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9"/>
  </p:notesMasterIdLst>
  <p:sldIdLst>
    <p:sldId id="260" r:id="rId5"/>
    <p:sldId id="262" r:id="rId6"/>
    <p:sldId id="263" r:id="rId7"/>
    <p:sldId id="264" r:id="rId8"/>
    <p:sldId id="265" r:id="rId9"/>
    <p:sldId id="277" r:id="rId10"/>
    <p:sldId id="334" r:id="rId11"/>
    <p:sldId id="377" r:id="rId12"/>
    <p:sldId id="379" r:id="rId13"/>
    <p:sldId id="378" r:id="rId14"/>
    <p:sldId id="380" r:id="rId15"/>
    <p:sldId id="381" r:id="rId16"/>
    <p:sldId id="384" r:id="rId17"/>
    <p:sldId id="383" r:id="rId18"/>
    <p:sldId id="385" r:id="rId19"/>
    <p:sldId id="382" r:id="rId20"/>
    <p:sldId id="363" r:id="rId21"/>
    <p:sldId id="366" r:id="rId22"/>
    <p:sldId id="374" r:id="rId23"/>
    <p:sldId id="365" r:id="rId24"/>
    <p:sldId id="364" r:id="rId25"/>
    <p:sldId id="393" r:id="rId26"/>
    <p:sldId id="394" r:id="rId27"/>
    <p:sldId id="275" r:id="rId2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hjxPrsOBPP4yViyrDTJVpXgOZ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63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77" Type="http://customschemas.google.com/relationships/presentationmetadata" Target="metadata"/><Relationship Id="rId8" Type="http://schemas.openxmlformats.org/officeDocument/2006/relationships/slide" Target="slides/slide4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574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083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283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076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787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376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386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5537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866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521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973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848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156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245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8873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1393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174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65166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endParaRPr sz="2400" b="0" i="1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C3F779C-6A9D-036E-0141-C5086B4E5447}"/>
              </a:ext>
            </a:extLst>
          </p:cNvPr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 Peres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DIO  Tech Education Analyst</a:t>
            </a:r>
            <a:endParaRPr lang="en-US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cassiano-dio</a:t>
            </a:r>
            <a:endParaRPr lang="en-US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peres-cassiano</a:t>
            </a:r>
            <a:endParaRPr sz="1600" b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25C8E-1D6C-A6AB-F4F2-119BB89F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84" y="4030935"/>
            <a:ext cx="250309" cy="25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7CEDB2E-730F-EAE5-00A6-1E71B635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78" y="4435961"/>
            <a:ext cx="250309" cy="24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portas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serviços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vulneráveis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prévio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linhas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Linux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facilita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aprendizado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enumeração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</p:txBody>
      </p:sp>
      <p:sp>
        <p:nvSpPr>
          <p:cNvPr id="185" name="Google Shape;185;p17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262751" y="2865868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Enumeração com NMap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84;p17">
            <a:extLst>
              <a:ext uri="{FF2B5EF4-FFF2-40B4-BE49-F238E27FC236}">
                <a16:creationId xmlns:a16="http://schemas.microsoft.com/office/drawing/2014/main" id="{26865F3B-3A63-CFCA-31FE-A480B7F9FE8E}"/>
              </a:ext>
            </a:extLst>
          </p:cNvPr>
          <p:cNvSpPr/>
          <p:nvPr/>
        </p:nvSpPr>
        <p:spPr>
          <a:xfrm>
            <a:off x="2262751" y="3822881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Utilizando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Scripts no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NMap</a:t>
            </a:r>
            <a:endParaRPr lang="pt-BR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é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explorar o conceito de </a:t>
            </a:r>
            <a:r>
              <a:rPr lang="pt-BR" sz="24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enumeração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como explorar vulnerabilidades com essa técnica.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456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26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enumeração é um processo que estabelece uma conexão ativa com os hosts de destino para descobrir possíveis vetores de ataque, podendo ser usado para exploração do sistema.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49D1DF-C11F-680B-E475-05BCE8E25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518" y="3937330"/>
            <a:ext cx="2098964" cy="113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7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etapa de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varredura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busca encontrar as vulnerabilidades, sem maiores detalhes, enquanto a etapa de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enumeração </a:t>
            </a: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traz mais detalhes a respeito do sistema invadido.</a:t>
            </a:r>
            <a:endParaRPr lang="en-US"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Varredura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9162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pic>
        <p:nvPicPr>
          <p:cNvPr id="2050" name="Picture 2" descr="What is the significance of Enumeration in Ethical Hacking?">
            <a:extLst>
              <a:ext uri="{FF2B5EF4-FFF2-40B4-BE49-F238E27FC236}">
                <a16:creationId xmlns:a16="http://schemas.microsoft.com/office/drawing/2014/main" id="{FF3E6FD9-DDC4-1894-BADF-D459996DD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4" y="1516255"/>
            <a:ext cx="4372696" cy="343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10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Técnicas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pic>
        <p:nvPicPr>
          <p:cNvPr id="5122" name="Picture 2" descr="Techniques for Enumeration ">
            <a:extLst>
              <a:ext uri="{FF2B5EF4-FFF2-40B4-BE49-F238E27FC236}">
                <a16:creationId xmlns:a16="http://schemas.microsoft.com/office/drawing/2014/main" id="{05709C29-812A-5F72-8D17-60786F672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982" y="2465829"/>
            <a:ext cx="5902036" cy="204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147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pic>
        <p:nvPicPr>
          <p:cNvPr id="3074" name="Picture 2" descr="What is the significance of Enumeration in Ethical Hacking?">
            <a:extLst>
              <a:ext uri="{FF2B5EF4-FFF2-40B4-BE49-F238E27FC236}">
                <a16:creationId xmlns:a16="http://schemas.microsoft.com/office/drawing/2014/main" id="{172EC630-2569-2F46-9056-CE5371686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444" y="1758450"/>
            <a:ext cx="3567112" cy="274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94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serviços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enumerados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  <p:pic>
        <p:nvPicPr>
          <p:cNvPr id="4098" name="Picture 2" descr="Services and Port to Enumerate ">
            <a:extLst>
              <a:ext uri="{FF2B5EF4-FFF2-40B4-BE49-F238E27FC236}">
                <a16:creationId xmlns:a16="http://schemas.microsoft.com/office/drawing/2014/main" id="{D0D11F82-FD5E-3EE7-BDB9-1F0EE6934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923" y="1455373"/>
            <a:ext cx="3698153" cy="329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444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Rede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origem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grupos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Tabelas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roteamento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Configurações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auditoria;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Configurações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serviços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Informações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enumeradas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2600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Nomes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máquinas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Aplicações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Banners 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Detalhes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SNMP;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Detalhes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DNS.</a:t>
            </a:r>
            <a:endParaRPr lang="en-US"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Informações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enumeradas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7505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NBTScan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DumpSec;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SMBScanner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NMap</a:t>
            </a:r>
            <a:endParaRPr lang="en-US" sz="24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NetCat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Ferramentas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8439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exploramos a teoria por trás da varredura e enumeração em redes de computadores.</a:t>
            </a:r>
            <a:endParaRPr lang="en-US"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9465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 com NMap</a:t>
            </a:r>
            <a:endParaRPr lang="pt-BR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09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Nas etapas anteriores aprendemos a utilizar o Nmap para varredura de rede, agora vamos novamente utilizá-lo para detalhar as informações varridas.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BE28135-BC92-3DBD-4758-10443607D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25" y="3762103"/>
            <a:ext cx="127635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790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realizar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enumeração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serviços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com o Nmap.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Enumeração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 Nmap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2466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3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Utilizando Scripts no Nmap (NSE) </a:t>
            </a:r>
            <a:endParaRPr lang="pt-BR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462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utilizar o Nmap com scripts para automatizar as tarefas.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507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Nmap Scripting Engine (NSE) é um dos recursos mais poderosos e flexíveis do Nmap, permitindo que os usuários utilizem scripts para automatizar uma ampla variedade de tarefas de rede.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Nmap NSE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922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Nmap NSE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pic>
        <p:nvPicPr>
          <p:cNvPr id="6146" name="Picture 2" descr="Nmap and 12 useful NSE scripts - research.securitum.com">
            <a:extLst>
              <a:ext uri="{FF2B5EF4-FFF2-40B4-BE49-F238E27FC236}">
                <a16:creationId xmlns:a16="http://schemas.microsoft.com/office/drawing/2014/main" id="{FE9DC4A8-E93B-B1B3-CC68-FA461A688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209398"/>
            <a:ext cx="57150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225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7CB545-2F42-4F9B-81B9-9B2A306F6F9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28395025-9147-4E15-889A-D42EB62FD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5ED4D2-CB89-48D0-9492-48A32AB0CF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4094</TotalTime>
  <Words>405</Words>
  <Application>Microsoft Office PowerPoint</Application>
  <PresentationFormat>Apresentação no Ecrã (16:9)</PresentationFormat>
  <Paragraphs>88</Paragraphs>
  <Slides>24</Slides>
  <Notes>24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5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 Mestieri</dc:creator>
  <cp:lastModifiedBy>Cassiano  Peres</cp:lastModifiedBy>
  <cp:revision>23</cp:revision>
  <dcterms:modified xsi:type="dcterms:W3CDTF">2025-05-23T20:23:09Z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