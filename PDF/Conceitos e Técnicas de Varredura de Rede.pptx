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29"/>
  </p:notesMasterIdLst>
  <p:sldIdLst>
    <p:sldId id="260" r:id="rId5"/>
    <p:sldId id="262" r:id="rId6"/>
    <p:sldId id="263" r:id="rId7"/>
    <p:sldId id="264" r:id="rId8"/>
    <p:sldId id="306" r:id="rId9"/>
    <p:sldId id="265" r:id="rId10"/>
    <p:sldId id="277" r:id="rId11"/>
    <p:sldId id="334" r:id="rId12"/>
    <p:sldId id="352" r:id="rId13"/>
    <p:sldId id="355" r:id="rId14"/>
    <p:sldId id="356" r:id="rId15"/>
    <p:sldId id="353" r:id="rId16"/>
    <p:sldId id="360" r:id="rId17"/>
    <p:sldId id="361" r:id="rId18"/>
    <p:sldId id="362" r:id="rId19"/>
    <p:sldId id="367" r:id="rId20"/>
    <p:sldId id="370" r:id="rId21"/>
    <p:sldId id="371" r:id="rId22"/>
    <p:sldId id="372" r:id="rId23"/>
    <p:sldId id="363" r:id="rId24"/>
    <p:sldId id="366" r:id="rId25"/>
    <p:sldId id="374" r:id="rId26"/>
    <p:sldId id="375" r:id="rId27"/>
    <p:sldId id="275" r:id="rId28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7" roundtripDataSignature="AMtx7mhjxPrsOBPP4yViyrDTJVpXgOZs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CFE5BA-1B69-EC9A-C085-9A6B85CAE7C5}" v="4" dt="2022-10-31T17:55:52.7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4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3.fntdata"/><Relationship Id="rId79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82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2.fntdata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font" Target="fonts/font1.fntdata"/><Relationship Id="rId77" Type="http://customschemas.google.com/relationships/presentationmetadata" Target="metadata"/><Relationship Id="rId8" Type="http://schemas.openxmlformats.org/officeDocument/2006/relationships/slide" Target="slides/slide4.xml"/><Relationship Id="rId80" Type="http://schemas.openxmlformats.org/officeDocument/2006/relationships/theme" Target="theme/theme1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87008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95746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30838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63912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60065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76740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52838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53235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20161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30561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5175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02135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39858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67968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58485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81560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42459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099572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9" name="Google Shape;27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109ffa863cd_0_28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09ffa863cd_0_24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g109ffa863cd_0_24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g109ffa863cd_0_2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109ffa863cd_0_2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g109ffa863cd_0_2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09ffa863cd_0_2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109ffa863cd_0_2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g109ffa863cd_0_2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09ffa863cd_0_2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109ffa863cd_0_2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109ffa863cd_0_25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g109ffa863cd_0_2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09ffa863cd_0_26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g109ffa863cd_0_26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g109ffa863cd_0_2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09ffa863cd_0_26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g109ffa863cd_0_2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09ffa863cd_0_27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09ffa863cd_0_27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g109ffa863cd_0_27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g109ffa863cd_0_27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g109ffa863cd_0_2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09ffa863cd_0_27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g109ffa863cd_0_27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09ffa863cd_0_27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g109ffa863cd_0_27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109ffa863cd_0_27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09ffa863cd_0_2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109ffa863cd_0_2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g109ffa863cd_0_240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127425" y="119987"/>
            <a:ext cx="851525" cy="33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g109ffa863cd_0_2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Varredura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rede</a:t>
            </a:r>
            <a:endParaRPr sz="2400" b="0" i="1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6" name="Google Shape;156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</a:t>
            </a:fld>
            <a:r>
              <a:rPr lang="en-US"/>
              <a:t>]</a:t>
            </a:r>
            <a:endParaRPr/>
          </a:p>
        </p:txBody>
      </p:sp>
      <p:sp>
        <p:nvSpPr>
          <p:cNvPr id="2" name="Google Shape;154;p2">
            <a:extLst>
              <a:ext uri="{FF2B5EF4-FFF2-40B4-BE49-F238E27FC236}">
                <a16:creationId xmlns:a16="http://schemas.microsoft.com/office/drawing/2014/main" id="{2C3F779C-6A9D-036E-0141-C5086B4E5447}"/>
              </a:ext>
            </a:extLst>
          </p:cNvPr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Cassiano Peres</a:t>
            </a:r>
            <a:endParaRPr sz="16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1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DIO  Tech Education Analyst</a:t>
            </a:r>
            <a:endParaRPr lang="en-US" sz="2400" b="1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6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cassiano-dio</a:t>
            </a:r>
            <a:endParaRPr lang="en-US" sz="1600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     </a:t>
            </a:r>
            <a:r>
              <a:rPr lang="en-US" sz="1600" b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peres-cassiano</a:t>
            </a:r>
            <a:endParaRPr sz="1600" b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925C8E-1D6C-A6AB-F4F2-119BB89F5A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184" y="4030935"/>
            <a:ext cx="250309" cy="250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97CEDB2E-730F-EAE5-00A6-1E71B6357C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878" y="4435961"/>
            <a:ext cx="250309" cy="244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Neste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curso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vamos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mapear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nossa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rede,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encontrando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dispositivos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portas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abertas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0" name="Google Shape;170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</a:pP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prévio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em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linhas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comando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Linux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facilita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aprendizado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7" name="Google Shape;177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3" name="Google Shape;183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</a:t>
            </a:r>
            <a:r>
              <a:rPr lang="en-US" sz="240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varredura</a:t>
            </a:r>
            <a:r>
              <a:rPr lang="en-US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de rede?</a:t>
            </a:r>
          </a:p>
        </p:txBody>
      </p:sp>
      <p:sp>
        <p:nvSpPr>
          <p:cNvPr id="185" name="Google Shape;185;p17"/>
          <p:cNvSpPr txBox="1"/>
          <p:nvPr/>
        </p:nvSpPr>
        <p:spPr>
          <a:xfrm>
            <a:off x="678554" y="2808718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2262750" y="2865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Encontrando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dispositivos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com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NMap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 txBox="1"/>
          <p:nvPr/>
        </p:nvSpPr>
        <p:spPr>
          <a:xfrm>
            <a:off x="678554" y="3765731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2262751" y="3822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Encontrando portas abertas com NMap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3" name="Google Shape;183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4</a:t>
            </a:r>
            <a:endParaRPr sz="2800" b="1" i="0" u="none" strike="noStrike" cap="none" dirty="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57200">
              <a:buSzPts val="2400"/>
            </a:pP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Varrendo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a rede com o Shodan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lang="pt-BR" sz="240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12643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é </a:t>
            </a: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varredura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rede?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97" name="Google Shape;19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Nesta aula vamos conhecer o que são as varreduras (ou </a:t>
            </a:r>
            <a:r>
              <a:rPr lang="pt-BR" sz="2400" b="0" i="1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scan</a:t>
            </a: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) de rede e seus perigos relacionados.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Introdução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</a:t>
            </a:fld>
            <a:r>
              <a:rPr lang="en-US"/>
              <a:t>]</a:t>
            </a:r>
            <a:endParaRPr/>
          </a:p>
        </p:txBody>
      </p:sp>
      <p:pic>
        <p:nvPicPr>
          <p:cNvPr id="2" name="Picture 2" descr="Network scanning and enumeration. Enumeration is characterized as the way…  | by David Artykov | Purple Team | Medium">
            <a:extLst>
              <a:ext uri="{FF2B5EF4-FFF2-40B4-BE49-F238E27FC236}">
                <a16:creationId xmlns:a16="http://schemas.microsoft.com/office/drawing/2014/main" id="{F787BE16-BCC5-962F-9493-CC6C58D572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1291" y="3630416"/>
            <a:ext cx="2341418" cy="1316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4560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49"/>
            <a:ext cx="8016900" cy="3268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R="0" lvl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É uma t</a:t>
            </a: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écnica de busca minuciosa em redes, com o objetivo de identificar computadores ativos e coletar informações como, serviços disponibilizados e programas instalados.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Varreduras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rede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1575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Varreduras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rede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</a:t>
            </a:fld>
            <a:r>
              <a:rPr lang="en-US"/>
              <a:t>]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BC09CF-F162-402D-FB0D-E8099DF96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582" y="2020581"/>
            <a:ext cx="6968836" cy="248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12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b="1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Portas</a:t>
            </a: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: listar portas e serviços;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Redes</a:t>
            </a: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: listar endereços de IP;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Vulnerabilidades</a:t>
            </a: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: listar vulnerabilidades conhecidas.</a:t>
            </a:r>
            <a:endParaRPr lang="en-US" sz="240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Tipos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varreduras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25535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b="1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ICMP;</a:t>
            </a:r>
            <a:endParaRPr lang="pt-BR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TCP;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UDP.</a:t>
            </a:r>
            <a:endParaRPr lang="en-US" sz="240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Técnicas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varreduras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851515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 etapa de </a:t>
            </a:r>
            <a:r>
              <a:rPr lang="pt-BR" sz="2400" b="1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varredura</a:t>
            </a: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busca encontrar as vulnerabilidades, sem maiores detalhes, enquanto a etapa de </a:t>
            </a:r>
            <a:r>
              <a:rPr lang="pt-BR" sz="2400" b="1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enumeração </a:t>
            </a:r>
            <a:r>
              <a:rPr lang="pt-BR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traz mais detalhes a respeito do sistema invadido.</a:t>
            </a:r>
            <a:endParaRPr lang="en-US" sz="2400" b="1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Varredura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 </a:t>
            </a: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enumeração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831387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Nesta aula exploramos a teoria por trás da varredura e enumeração em redes de computadores.</a:t>
            </a:r>
            <a:endParaRPr lang="en-US" sz="2400" b="1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Conclusão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955444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2</a:t>
            </a:r>
            <a:endParaRPr sz="24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Encontrando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dispositivos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com </a:t>
            </a: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NMap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97" name="Google Shape;19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14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89125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Nesta aula vamos aprender a mapear dispositivos conectados a uma rede utilizando o Nmap.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Introdução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15</a:t>
            </a:fld>
            <a:r>
              <a:rPr lang="en-US"/>
              <a:t>]</a:t>
            </a:r>
            <a:endParaRPr/>
          </a:p>
        </p:txBody>
      </p:sp>
      <p:pic>
        <p:nvPicPr>
          <p:cNvPr id="6146" name="Picture 2" descr="Nmap Commands Cheatsheet – Apps no Google Play">
            <a:extLst>
              <a:ext uri="{FF2B5EF4-FFF2-40B4-BE49-F238E27FC236}">
                <a16:creationId xmlns:a16="http://schemas.microsoft.com/office/drawing/2014/main" id="{99EC2A38-FAED-3A9F-BA2A-D140089442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1509" y="3522518"/>
            <a:ext cx="1620982" cy="1620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49536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É uma ferramenta gratuita e de código aberto usada para busca de vulnerabilidades, varredura de portas e mapeamento de rede.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Nmap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317282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1011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Possui versões com UI (Zenmap) e CLI.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Nmap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17</a:t>
            </a:fld>
            <a:r>
              <a:rPr lang="en-US"/>
              <a:t>]</a:t>
            </a:r>
            <a:endParaRPr/>
          </a:p>
        </p:txBody>
      </p:sp>
      <p:pic>
        <p:nvPicPr>
          <p:cNvPr id="8196" name="Picture 4" descr="Nmap Command Examples For Linux Users / Admins - nixCraft">
            <a:extLst>
              <a:ext uri="{FF2B5EF4-FFF2-40B4-BE49-F238E27FC236}">
                <a16:creationId xmlns:a16="http://schemas.microsoft.com/office/drawing/2014/main" id="{5B2FE10C-4088-BCBE-9868-465C251410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4891" y="2784971"/>
            <a:ext cx="3637534" cy="1906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 descr="Nmap tutorial: How to Use nmap and ZenMap - ICTShore.com">
            <a:extLst>
              <a:ext uri="{FF2B5EF4-FFF2-40B4-BE49-F238E27FC236}">
                <a16:creationId xmlns:a16="http://schemas.microsoft.com/office/drawing/2014/main" id="{0CD93E37-A0F6-E7B0-1B0A-7501E1C02B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618" y="2571750"/>
            <a:ext cx="3882473" cy="2100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30708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coração do Nmap é a varredura de portas, onde os usuários designam uma lista de alvos em uma rede sobre os quais desejam obter informações.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Nmap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362587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Vamos instalar e testar o Nmap para varreduras em nossa rede.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Prática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19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556990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3</a:t>
            </a:r>
            <a:endParaRPr sz="24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Encontrando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portas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abertas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com </a:t>
            </a: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NMap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97" name="Google Shape;19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20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32093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Após a busca de dispositivos em nossa rede, vamos econtrar as portas disponíveis.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Introdução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21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767907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b="1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ICMP;</a:t>
            </a:r>
            <a:endParaRPr lang="pt-BR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TCP;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UDP.</a:t>
            </a:r>
            <a:endParaRPr lang="en-US" sz="240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Técnicas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22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524668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Varredura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com 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NMap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23</a:t>
            </a:fld>
            <a:r>
              <a:rPr lang="en-US"/>
              <a:t>]</a:t>
            </a:r>
            <a:endParaRPr/>
          </a:p>
        </p:txBody>
      </p:sp>
      <p:pic>
        <p:nvPicPr>
          <p:cNvPr id="1026" name="Picture 2" descr="Effective Linux Port Scans for the Network Admin">
            <a:extLst>
              <a:ext uri="{FF2B5EF4-FFF2-40B4-BE49-F238E27FC236}">
                <a16:creationId xmlns:a16="http://schemas.microsoft.com/office/drawing/2014/main" id="{7135979F-CE9B-14E6-61F9-8A1893F06C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4426" y="2214333"/>
            <a:ext cx="6195147" cy="2475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47747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83" name="Google Shape;283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24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E48B58A68BE64E9120D347E3E06B3A" ma:contentTypeVersion="16" ma:contentTypeDescription="Create a new document." ma:contentTypeScope="" ma:versionID="521d280d5f85db8478d88c96e960a74d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de0ecea43319d87aebf071435ed4a5d9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45ED4D2-CB89-48D0-9492-48A32AB0CFB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F7CB545-2F42-4F9B-81B9-9B2A306F6F94}">
  <ds:schemaRefs>
    <ds:schemaRef ds:uri="http://schemas.microsoft.com/office/2006/metadata/properties"/>
    <ds:schemaRef ds:uri="http://schemas.microsoft.com/office/infopath/2007/PartnerControls"/>
    <ds:schemaRef ds:uri="851b35d3-0456-4d6a-bc2f-da927e91d158"/>
    <ds:schemaRef ds:uri="19483571-f922-4e8e-9c1c-26f0a2252132"/>
  </ds:schemaRefs>
</ds:datastoreItem>
</file>

<file path=customXml/itemProps3.xml><?xml version="1.0" encoding="utf-8"?>
<ds:datastoreItem xmlns:ds="http://schemas.openxmlformats.org/officeDocument/2006/customXml" ds:itemID="{28395025-9147-4E15-889A-D42EB62FD4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1b35d3-0456-4d6a-bc2f-da927e91d158"/>
    <ds:schemaRef ds:uri="19483571-f922-4e8e-9c1c-26f0a22521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3880</TotalTime>
  <Words>498</Words>
  <Application>Microsoft Office PowerPoint</Application>
  <PresentationFormat>Apresentação no Ecrã (16:9)</PresentationFormat>
  <Paragraphs>97</Paragraphs>
  <Slides>24</Slides>
  <Notes>24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dos diapositivos</vt:lpstr>
      </vt:variant>
      <vt:variant>
        <vt:i4>24</vt:i4>
      </vt:variant>
    </vt:vector>
  </HeadingPairs>
  <TitlesOfParts>
    <vt:vector size="25" baseType="lpstr"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Larissa Mestieri</dc:creator>
  <cp:lastModifiedBy>Cassiano  Peres</cp:lastModifiedBy>
  <cp:revision>22</cp:revision>
  <dcterms:modified xsi:type="dcterms:W3CDTF">2025-05-23T20:21:19Z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  <property fmtid="{D5CDD505-2E9C-101B-9397-08002B2CF9AE}" pid="3" name="MediaServiceImageTags">
    <vt:lpwstr/>
  </property>
</Properties>
</file>