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60" r:id="rId5"/>
    <p:sldId id="262" r:id="rId6"/>
    <p:sldId id="263" r:id="rId7"/>
    <p:sldId id="264" r:id="rId8"/>
    <p:sldId id="403" r:id="rId9"/>
    <p:sldId id="265" r:id="rId10"/>
    <p:sldId id="277" r:id="rId11"/>
    <p:sldId id="404" r:id="rId12"/>
    <p:sldId id="396" r:id="rId13"/>
    <p:sldId id="395" r:id="rId14"/>
    <p:sldId id="405" r:id="rId15"/>
    <p:sldId id="430" r:id="rId16"/>
    <p:sldId id="406" r:id="rId17"/>
    <p:sldId id="361" r:id="rId18"/>
    <p:sldId id="362" r:id="rId19"/>
    <p:sldId id="408" r:id="rId20"/>
    <p:sldId id="414" r:id="rId21"/>
    <p:sldId id="363" r:id="rId22"/>
    <p:sldId id="366" r:id="rId23"/>
    <p:sldId id="374" r:id="rId24"/>
    <p:sldId id="402" r:id="rId25"/>
    <p:sldId id="415" r:id="rId26"/>
    <p:sldId id="416" r:id="rId27"/>
    <p:sldId id="418" r:id="rId28"/>
    <p:sldId id="419" r:id="rId29"/>
    <p:sldId id="421" r:id="rId30"/>
    <p:sldId id="275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937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866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449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981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001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337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98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016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056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686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512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48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156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245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769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005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7438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622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336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7808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Pós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Exploração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etapa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pós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exploração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manter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conectado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dispositivo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atacado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prévio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Linux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facilita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Escalonamento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privilégios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no Windows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Extração de dados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Módulos de pós exploração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1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exploits para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persistências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705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Escalonamento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privilégios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Windows 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Pós-exploração refere-se a quaisquer ações tomadas após a abertura de uma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sessão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sessão é um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aberto de uma exploração bem-sucedida ou ataque de força bruta, que por sua vez pode ser um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padrão ou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Meterpreter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Pós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391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Pós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Post Exploitation Phase: Attacking Beyond the Perimeter - PlexTrac">
            <a:extLst>
              <a:ext uri="{FF2B5EF4-FFF2-40B4-BE49-F238E27FC236}">
                <a16:creationId xmlns:a16="http://schemas.microsoft.com/office/drawing/2014/main" id="{E77BCDA3-6637-42B3-F1FB-649C687D9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354" y="2374936"/>
            <a:ext cx="6087291" cy="218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12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escalonamento de privilégios também é uma das técnicas mais comuns que os invasores usam para descobrir e exfiltrar dados valiosos e confidenciais.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Escalonamento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privilégios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How I found a Privilege Escalation Bug in a private Ecommerce? | by Baibhav  Anand | Infosec Daily | Medium">
            <a:extLst>
              <a:ext uri="{FF2B5EF4-FFF2-40B4-BE49-F238E27FC236}">
                <a16:creationId xmlns:a16="http://schemas.microsoft.com/office/drawing/2014/main" id="{89582933-9EAB-9117-F8F6-A67CA3FE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063" y="3760217"/>
            <a:ext cx="2259874" cy="118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2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um hacker, o escalonamento de privilégios é a arte de aumentar os privilégios desde o acesso inicial, normalmente um usuário padrão ou conta de aplicativo, até o administrador, root ou até mesmo o acesso total ao sistema.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Escalonamento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privilégios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5754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Escalonamento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privilégios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pic>
        <p:nvPicPr>
          <p:cNvPr id="3074" name="Picture 2" descr="Privilege Escalation Attacks: Types, Examples, And Prevention | PurpleSec">
            <a:extLst>
              <a:ext uri="{FF2B5EF4-FFF2-40B4-BE49-F238E27FC236}">
                <a16:creationId xmlns:a16="http://schemas.microsoft.com/office/drawing/2014/main" id="{B33CEA24-EF75-C4E3-A45C-6D445AD74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071" y="1902556"/>
            <a:ext cx="5061857" cy="284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85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praticar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escalonamento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privilégios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VM com Windows.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067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Extração de dados com Metasploit 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1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23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etapa vamos extrair informações do nossa máquina alvo.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495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utilizar o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Meterpreter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ferramenta disponibilizada no Framework Metasploit.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Meterpreter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Metasploit Exploitation Tool | 2020 Modules and Commands">
            <a:extLst>
              <a:ext uri="{FF2B5EF4-FFF2-40B4-BE49-F238E27FC236}">
                <a16:creationId xmlns:a16="http://schemas.microsoft.com/office/drawing/2014/main" id="{4779C591-3D4B-8026-4DED-5490DC99D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968" y="3452587"/>
            <a:ext cx="1494064" cy="149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93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similar um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nossa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virtual Windows.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862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Módulos de pós exploração no Metasploit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0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explorar outros módulos do Metasploit para a extração de dados.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6790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Extract credentials;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rivilege escalation modules;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Information gathering;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Spy / Capture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2466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extrair dados da VM alvo com os módulos do Metasploit.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3983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4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Persistência de sessão com Metasploit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17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aprender a manter uma conexão com a máquina alvo, mesmo após a reinicialização.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996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Metasploit tem um script chamado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pode nos permitir configurar um Meterpreter (ouvinte) persistente no sistema da vítima.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Persistência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sessão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2919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persistência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Metasploit e Meterpreter.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persistência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0792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iniciar e manter uma sessão em uma VM alvo.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6421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4191</TotalTime>
  <Words>477</Words>
  <Application>Microsoft Office PowerPoint</Application>
  <PresentationFormat>Apresentação no Ecrã (16:9)</PresentationFormat>
  <Paragraphs>92</Paragraphs>
  <Slides>27</Slides>
  <Notes>27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Peres</cp:lastModifiedBy>
  <cp:revision>34</cp:revision>
  <dcterms:modified xsi:type="dcterms:W3CDTF">2025-05-23T20:49:24Z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